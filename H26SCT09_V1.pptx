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6" r:id="rId4"/>
    <p:sldId id="267" r:id="rId5"/>
    <p:sldId id="27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A378D0-0E55-4B6A-88C1-29CA7F5A5AB6}" v="11" dt="2026-08-01T09:29:52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haraj G" userId="ca2af097427d04b9" providerId="LiveId" clId="{070F9315-31B1-4576-9BF3-F4B304FE762C}"/>
    <pc:docChg chg="undo custSel addSld delSld modSld">
      <pc:chgData name="Vasantharaj G" userId="ca2af097427d04b9" providerId="LiveId" clId="{070F9315-31B1-4576-9BF3-F4B304FE762C}" dt="2026-08-01T09:33:46.666" v="102" actId="47"/>
      <pc:docMkLst>
        <pc:docMk/>
      </pc:docMkLst>
      <pc:sldChg chg="delSp modSp mod">
        <pc:chgData name="Vasantharaj G" userId="ca2af097427d04b9" providerId="LiveId" clId="{070F9315-31B1-4576-9BF3-F4B304FE762C}" dt="2026-07-31T11:55:00.174" v="45" actId="478"/>
        <pc:sldMkLst>
          <pc:docMk/>
          <pc:sldMk cId="0" sldId="256"/>
        </pc:sldMkLst>
        <pc:spChg chg="mod">
          <ac:chgData name="Vasantharaj G" userId="ca2af097427d04b9" providerId="LiveId" clId="{070F9315-31B1-4576-9BF3-F4B304FE762C}" dt="2026-07-31T10:53:16.130" v="1" actId="20577"/>
          <ac:spMkLst>
            <pc:docMk/>
            <pc:sldMk cId="0" sldId="256"/>
            <ac:spMk id="10" creationId="{00000000-0000-0000-0000-000000000000}"/>
          </ac:spMkLst>
        </pc:spChg>
        <pc:spChg chg="del">
          <ac:chgData name="Vasantharaj G" userId="ca2af097427d04b9" providerId="LiveId" clId="{070F9315-31B1-4576-9BF3-F4B304FE762C}" dt="2026-07-31T11:55:00.174" v="45" actId="478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Vasantharaj G" userId="ca2af097427d04b9" providerId="LiveId" clId="{070F9315-31B1-4576-9BF3-F4B304FE762C}" dt="2026-08-01T08:19:44.387" v="71" actId="1076"/>
        <pc:sldMkLst>
          <pc:docMk/>
          <pc:sldMk cId="0" sldId="257"/>
        </pc:sldMkLst>
        <pc:spChg chg="mod">
          <ac:chgData name="Vasantharaj G" userId="ca2af097427d04b9" providerId="LiveId" clId="{070F9315-31B1-4576-9BF3-F4B304FE762C}" dt="2026-08-01T08:19:44.387" v="71" actId="1076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4" creationId="{00000000-0000-0000-0000-000000000000}"/>
          </ac:spMkLst>
        </pc:spChg>
        <pc:spChg chg="add del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6" creationId="{00000000-0000-0000-0000-000000000000}"/>
          </ac:spMkLst>
        </pc:spChg>
        <pc:spChg chg="add del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7" creationId="{00000000-0000-0000-0000-000000000000}"/>
          </ac:spMkLst>
        </pc:spChg>
        <pc:spChg chg="add del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8" creationId="{00000000-0000-0000-0000-000000000000}"/>
          </ac:spMkLst>
        </pc:spChg>
        <pc:spChg chg="add del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9" creationId="{00000000-0000-0000-0000-000000000000}"/>
          </ac:spMkLst>
        </pc:spChg>
        <pc:spChg chg="add del mod">
          <ac:chgData name="Vasantharaj G" userId="ca2af097427d04b9" providerId="LiveId" clId="{070F9315-31B1-4576-9BF3-F4B304FE762C}" dt="2026-08-01T08:19:44.352" v="70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Vasantharaj G" userId="ca2af097427d04b9" providerId="LiveId" clId="{070F9315-31B1-4576-9BF3-F4B304FE762C}" dt="2026-07-31T11:12:29.840" v="11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Vasantharaj G" userId="ca2af097427d04b9" providerId="LiveId" clId="{070F9315-31B1-4576-9BF3-F4B304FE762C}" dt="2026-08-01T08:19:44.259" v="67" actId="1076"/>
          <ac:spMkLst>
            <pc:docMk/>
            <pc:sldMk cId="0" sldId="257"/>
            <ac:spMk id="11" creationId="{A7F22E0D-345C-42D0-B117-0323C94608E7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13" creationId="{F0A87C6C-A445-00A1-D2DE-F9529F2CD73C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14" creationId="{604BCC63-E958-547B-71A6-A4A43BFC1B55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17" creationId="{47F5E217-FE7D-89F0-14AA-E9F1932EBA01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18" creationId="{90126E35-A6F5-0E68-B981-E44D23E0990C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21" creationId="{7BA16DC9-1ABB-B363-82F4-B577AEC618AA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23" creationId="{C53CBCDA-1EB5-1582-0995-0462A1F111AC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24" creationId="{05204F91-3FDE-18D0-73B1-049A71708E86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25" creationId="{7EEA1D3F-5665-85E8-DFCD-2DF2DCC835B3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31" creationId="{55339BEF-BD6E-E888-096E-613C4A80BF54}"/>
          </ac:spMkLst>
        </pc:spChg>
        <pc:spChg chg="add mod">
          <ac:chgData name="Vasantharaj G" userId="ca2af097427d04b9" providerId="LiveId" clId="{070F9315-31B1-4576-9BF3-F4B304FE762C}" dt="2026-08-01T08:19:44.336" v="69"/>
          <ac:spMkLst>
            <pc:docMk/>
            <pc:sldMk cId="0" sldId="257"/>
            <ac:spMk id="35" creationId="{43C5B51C-42B3-6DBE-671C-71CDCAE8D4FC}"/>
          </ac:spMkLst>
        </pc:spChg>
      </pc:sldChg>
      <pc:sldChg chg="del">
        <pc:chgData name="Vasantharaj G" userId="ca2af097427d04b9" providerId="LiveId" clId="{070F9315-31B1-4576-9BF3-F4B304FE762C}" dt="2026-07-31T10:56:38.579" v="2" actId="47"/>
        <pc:sldMkLst>
          <pc:docMk/>
          <pc:sldMk cId="0" sldId="265"/>
        </pc:sldMkLst>
      </pc:sldChg>
      <pc:sldChg chg="addSp delSp modSp mod">
        <pc:chgData name="Vasantharaj G" userId="ca2af097427d04b9" providerId="LiveId" clId="{070F9315-31B1-4576-9BF3-F4B304FE762C}" dt="2026-08-01T08:19:44.179" v="65" actId="478"/>
        <pc:sldMkLst>
          <pc:docMk/>
          <pc:sldMk cId="3637894206" sldId="266"/>
        </pc:sldMkLst>
        <pc:spChg chg="add del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3" creationId="{A165FB80-339D-54D3-6454-A090A8AC0EDF}"/>
          </ac:spMkLst>
        </pc:spChg>
        <pc:spChg chg="add del mod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4" creationId="{3AD126EA-7CA9-5E94-1D4C-3D0423F708CD}"/>
          </ac:spMkLst>
        </pc:spChg>
        <pc:spChg chg="add del mod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5" creationId="{99EDC6B2-DABC-CC03-C4D8-8A5F1DB69253}"/>
          </ac:spMkLst>
        </pc:spChg>
        <pc:spChg chg="add del mod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6" creationId="{99FD126E-DC28-3506-CD19-28B656B96124}"/>
          </ac:spMkLst>
        </pc:spChg>
        <pc:spChg chg="add del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7" creationId="{7C9A7AAB-B33E-AA6E-2BD2-83EE1EEC2203}"/>
          </ac:spMkLst>
        </pc:spChg>
        <pc:spChg chg="add del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8" creationId="{C294B87B-5FB8-F339-86E2-EBEB8C87FE45}"/>
          </ac:spMkLst>
        </pc:spChg>
        <pc:spChg chg="add del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9" creationId="{E5E7359E-55AD-9F60-346C-D325995C58C3}"/>
          </ac:spMkLst>
        </pc:spChg>
        <pc:spChg chg="add del">
          <ac:chgData name="Vasantharaj G" userId="ca2af097427d04b9" providerId="LiveId" clId="{070F9315-31B1-4576-9BF3-F4B304FE762C}" dt="2026-08-01T08:19:44.179" v="65" actId="478"/>
          <ac:spMkLst>
            <pc:docMk/>
            <pc:sldMk cId="3637894206" sldId="266"/>
            <ac:spMk id="10" creationId="{F2E51CBE-D129-9C3A-8676-E24A58F45527}"/>
          </ac:spMkLst>
        </pc:spChg>
        <pc:spChg chg="del">
          <ac:chgData name="Vasantharaj G" userId="ca2af097427d04b9" providerId="LiveId" clId="{070F9315-31B1-4576-9BF3-F4B304FE762C}" dt="2026-07-31T11:12:25.073" v="10" actId="478"/>
          <ac:spMkLst>
            <pc:docMk/>
            <pc:sldMk cId="3637894206" sldId="266"/>
            <ac:spMk id="11" creationId="{D999D229-6818-4F9C-2191-E26C5360454D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13" creationId="{9FC3C753-561C-AC5D-33BD-D54E6088CC09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15" creationId="{62D07607-75C5-A6A0-1339-14F00C77B8E9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18" creationId="{05B046A4-E882-24E5-1AF2-F8856D543103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20" creationId="{5C30FB1B-03DF-F24E-4518-AA22059F64EB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23" creationId="{132FCA5F-5E58-6522-4DDA-6B83BFE43975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24" creationId="{075CC901-B1A6-6E9E-A2B1-89886508BBB6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25" creationId="{251A910D-DAD1-D048-FBF3-DF155217D245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28" creationId="{FE213F8C-4461-4F32-8604-B1697D1FB9B6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29" creationId="{6FABE309-C53B-ABCB-735F-433DBC3315FA}"/>
          </ac:spMkLst>
        </pc:spChg>
        <pc:spChg chg="add del mod">
          <ac:chgData name="Vasantharaj G" userId="ca2af097427d04b9" providerId="LiveId" clId="{070F9315-31B1-4576-9BF3-F4B304FE762C}" dt="2026-08-01T08:19:44.162" v="64"/>
          <ac:spMkLst>
            <pc:docMk/>
            <pc:sldMk cId="3637894206" sldId="266"/>
            <ac:spMk id="35" creationId="{819DDA2F-4047-F38D-478D-12267AA7F8D4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40" creationId="{41C15514-09A0-394B-2BCD-90CDE44F2235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45" creationId="{FAE7F148-7A04-7FB1-30D5-E791237B963F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47" creationId="{409E9E46-C037-53F3-2A07-1DE7949EFDE4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48" creationId="{E3EDCF52-91B4-CAC8-ED86-6CD6F52F210A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49" creationId="{A32F0B18-A422-B9FC-E1B0-5DCF5F95780B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50" creationId="{CDFA5871-74B3-7173-E600-29E8FBCACAC8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57" creationId="{18155855-889A-CBDD-E11F-542F84027F03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58" creationId="{BF1A9C44-A398-845A-7080-0EA5050CE638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59" creationId="{C7FFB5CB-57B4-5F89-CE79-B286BB83FDEF}"/>
          </ac:spMkLst>
        </pc:spChg>
        <pc:spChg chg="add mod">
          <ac:chgData name="Vasantharaj G" userId="ca2af097427d04b9" providerId="LiveId" clId="{070F9315-31B1-4576-9BF3-F4B304FE762C}" dt="2026-08-01T08:19:44.094" v="62"/>
          <ac:spMkLst>
            <pc:docMk/>
            <pc:sldMk cId="3637894206" sldId="266"/>
            <ac:spMk id="63" creationId="{6CFE3223-3C1F-7BB6-23E2-D2EFCF6D0CF2}"/>
          </ac:spMkLst>
        </pc:spChg>
      </pc:sldChg>
      <pc:sldChg chg="modSp mod">
        <pc:chgData name="Vasantharaj G" userId="ca2af097427d04b9" providerId="LiveId" clId="{070F9315-31B1-4576-9BF3-F4B304FE762C}" dt="2026-07-31T11:35:37.871" v="33" actId="20577"/>
        <pc:sldMkLst>
          <pc:docMk/>
          <pc:sldMk cId="1500389450" sldId="267"/>
        </pc:sldMkLst>
        <pc:spChg chg="mod">
          <ac:chgData name="Vasantharaj G" userId="ca2af097427d04b9" providerId="LiveId" clId="{070F9315-31B1-4576-9BF3-F4B304FE762C}" dt="2026-07-31T11:35:37.871" v="33" actId="20577"/>
          <ac:spMkLst>
            <pc:docMk/>
            <pc:sldMk cId="1500389450" sldId="267"/>
            <ac:spMk id="39" creationId="{8CD5D966-53DD-78AE-10F0-BE9257540EA4}"/>
          </ac:spMkLst>
        </pc:spChg>
      </pc:sldChg>
      <pc:sldChg chg="addSp delSp modSp del mod">
        <pc:chgData name="Vasantharaj G" userId="ca2af097427d04b9" providerId="LiveId" clId="{070F9315-31B1-4576-9BF3-F4B304FE762C}" dt="2026-08-01T09:33:46.666" v="102" actId="47"/>
        <pc:sldMkLst>
          <pc:docMk/>
          <pc:sldMk cId="3663275090" sldId="268"/>
        </pc:sldMkLst>
        <pc:spChg chg="add mod">
          <ac:chgData name="Vasantharaj G" userId="ca2af097427d04b9" providerId="LiveId" clId="{070F9315-31B1-4576-9BF3-F4B304FE762C}" dt="2026-07-31T11:09:51.356" v="9" actId="1076"/>
          <ac:spMkLst>
            <pc:docMk/>
            <pc:sldMk cId="3663275090" sldId="268"/>
            <ac:spMk id="4" creationId="{07F4FB9F-16A9-A95D-A1A1-6390A78EABA3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6" creationId="{D2D71E66-E814-AB36-30A6-DA2469031B12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8" creationId="{EC11E771-BFDB-9923-2A42-B54EAE7EB9C8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9" creationId="{FD3A7E5A-FBAA-8EA7-DB49-91BE2831555D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12" creationId="{D139B260-9750-E360-9266-618CBE00B91A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17" creationId="{3CE05ACE-C37D-872C-A199-7998B65AF114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18" creationId="{8212C96B-5011-AAD4-A211-CB6E0D87C8C0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22" creationId="{73E6C9A7-627B-140F-CE38-F1713F5A5693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23" creationId="{AE740DA3-0E57-FB05-B5BE-0829BA3E3653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26" creationId="{FCF53E58-8D85-C8A5-64B7-413134B24806}"/>
          </ac:spMkLst>
        </pc:spChg>
        <pc:spChg chg="add mod">
          <ac:chgData name="Vasantharaj G" userId="ca2af097427d04b9" providerId="LiveId" clId="{070F9315-31B1-4576-9BF3-F4B304FE762C}" dt="2026-08-01T08:19:03.889" v="60"/>
          <ac:spMkLst>
            <pc:docMk/>
            <pc:sldMk cId="3663275090" sldId="268"/>
            <ac:spMk id="27" creationId="{22ACC40C-2203-781B-CC45-030758D2601E}"/>
          </ac:spMkLst>
        </pc:spChg>
        <pc:picChg chg="del">
          <ac:chgData name="Vasantharaj G" userId="ca2af097427d04b9" providerId="LiveId" clId="{070F9315-31B1-4576-9BF3-F4B304FE762C}" dt="2026-08-01T09:28:23.034" v="73" actId="478"/>
          <ac:picMkLst>
            <pc:docMk/>
            <pc:sldMk cId="3663275090" sldId="268"/>
            <ac:picMk id="3" creationId="{D7D6E365-9773-D53D-22C5-D6B28F2EE35D}"/>
          </ac:picMkLst>
        </pc:picChg>
      </pc:sldChg>
      <pc:sldChg chg="addSp delSp modSp add mod">
        <pc:chgData name="Vasantharaj G" userId="ca2af097427d04b9" providerId="LiveId" clId="{070F9315-31B1-4576-9BF3-F4B304FE762C}" dt="2026-08-01T09:33:24.743" v="101" actId="1076"/>
        <pc:sldMkLst>
          <pc:docMk/>
          <pc:sldMk cId="1927011868" sldId="271"/>
        </pc:sldMkLst>
        <pc:spChg chg="del">
          <ac:chgData name="Vasantharaj G" userId="ca2af097427d04b9" providerId="LiveId" clId="{070F9315-31B1-4576-9BF3-F4B304FE762C}" dt="2026-08-01T09:28:50.563" v="75" actId="478"/>
          <ac:spMkLst>
            <pc:docMk/>
            <pc:sldMk cId="1927011868" sldId="271"/>
            <ac:spMk id="2" creationId="{94CB073C-CA34-C3CB-899E-7D215A3BE601}"/>
          </ac:spMkLst>
        </pc:spChg>
        <pc:spChg chg="mod">
          <ac:chgData name="Vasantharaj G" userId="ca2af097427d04b9" providerId="LiveId" clId="{070F9315-31B1-4576-9BF3-F4B304FE762C}" dt="2026-08-01T09:28:45.926" v="74"/>
          <ac:spMkLst>
            <pc:docMk/>
            <pc:sldMk cId="1927011868" sldId="271"/>
            <ac:spMk id="3" creationId="{96DA657C-FB9E-FADC-E2DF-8A28B8661D18}"/>
          </ac:spMkLst>
        </pc:spChg>
        <pc:spChg chg="add mod">
          <ac:chgData name="Vasantharaj G" userId="ca2af097427d04b9" providerId="LiveId" clId="{070F9315-31B1-4576-9BF3-F4B304FE762C}" dt="2026-08-01T09:29:10.513" v="80" actId="1076"/>
          <ac:spMkLst>
            <pc:docMk/>
            <pc:sldMk cId="1927011868" sldId="271"/>
            <ac:spMk id="8" creationId="{17DC2102-D1A8-5CCE-D150-3B079B7DAB0A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0" creationId="{DC35314F-8F09-0F16-6345-EF22A9A74E67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1" creationId="{79AAAABD-C58B-3A9F-C5F1-6CE9241693F1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2" creationId="{76627531-9C8C-6D5D-499C-79D1E3F61F43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3" creationId="{86BF33BA-EBA0-F8BD-39B0-225586C91E29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4" creationId="{74D5F9B8-160F-2A9C-A269-DE1842D95A4E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5" creationId="{5DF20CCA-0A9A-6389-CA42-F0989E9127DF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7" creationId="{002A5892-0D3A-53E9-9EAA-B416BFA8A900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18" creationId="{F400B2A3-F8A8-B114-5FC5-06AA62B7D4BE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20" creationId="{017F86D8-9E39-C83D-551A-484288C14A2C}"/>
          </ac:spMkLst>
        </pc:spChg>
        <pc:spChg chg="del">
          <ac:chgData name="Vasantharaj G" userId="ca2af097427d04b9" providerId="LiveId" clId="{070F9315-31B1-4576-9BF3-F4B304FE762C}" dt="2026-08-01T09:28:59.465" v="76" actId="478"/>
          <ac:spMkLst>
            <pc:docMk/>
            <pc:sldMk cId="1927011868" sldId="271"/>
            <ac:spMk id="21" creationId="{2718C806-881D-19C9-A2BA-D5E49D71E131}"/>
          </ac:spMkLst>
        </pc:spChg>
        <pc:spChg chg="add del mod">
          <ac:chgData name="Vasantharaj G" userId="ca2af097427d04b9" providerId="LiveId" clId="{070F9315-31B1-4576-9BF3-F4B304FE762C}" dt="2026-08-01T09:33:11.223" v="99" actId="478"/>
          <ac:spMkLst>
            <pc:docMk/>
            <pc:sldMk cId="1927011868" sldId="271"/>
            <ac:spMk id="23" creationId="{44175388-3271-93B8-562B-6497C2489C2B}"/>
          </ac:spMkLst>
        </pc:spChg>
        <pc:picChg chg="add mod">
          <ac:chgData name="Vasantharaj G" userId="ca2af097427d04b9" providerId="LiveId" clId="{070F9315-31B1-4576-9BF3-F4B304FE762C}" dt="2026-08-01T09:33:24.743" v="101" actId="1076"/>
          <ac:picMkLst>
            <pc:docMk/>
            <pc:sldMk cId="1927011868" sldId="271"/>
            <ac:picMk id="22" creationId="{F485CF2F-4C6B-3FF6-70DB-5C2EF88578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59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26BD-1AD3-D72C-EDD4-B7A34E78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3EFFF-BDA9-A560-BE12-4AF59C295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72430-6D72-82DE-0502-27B5A8BF5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1A81C-1F1A-F0B2-073A-004E0240C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2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rmitzvahzilla.blogspot.com/2010/1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3980" y="650344"/>
            <a:ext cx="3291840" cy="32918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1417320"/>
            <a:ext cx="2103120" cy="21031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1965960"/>
            <a:ext cx="1005840" cy="10058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10012680" y="4389120"/>
            <a:ext cx="1371600" cy="1188720"/>
          </a:xfrm>
          <a:prstGeom prst="triangl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012680" y="4617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SmartMove</a:t>
            </a: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Road Hazard Detection &amp; Smart City Safety Platform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56692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9372600" cy="203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Centre for AI &amp; ML Hackathon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in AI, NIT Tiruchirappalli
</a:t>
            </a: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July – 1 August 2026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r>
              <a:rPr lang="en-US" sz="1300" b="1" dirty="0" err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SmartMove</a:t>
            </a:r>
            <a:endParaRPr lang="en-US" sz="1300" b="1" dirty="0">
              <a:solidFill>
                <a:srgbClr val="FF6B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ID:H26SCT09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Name: Madras Institute of Technology, </a:t>
            </a:r>
            <a:r>
              <a:rPr lang="en-US" sz="1300" b="1" dirty="0" err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Chrompet</a:t>
            </a: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Chennai-600044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1EE6EC-CA53-A445-2CF0-338727686F52}"/>
              </a:ext>
            </a:extLst>
          </p:cNvPr>
          <p:cNvSpPr txBox="1"/>
          <p:nvPr/>
        </p:nvSpPr>
        <p:spPr>
          <a:xfrm>
            <a:off x="6006350" y="4116667"/>
            <a:ext cx="3128087" cy="1631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Vasantharaj G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300" b="1" dirty="0">
              <a:solidFill>
                <a:srgbClr val="FF6B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1.Manikandan Prabhu B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2.Gokul Anand A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3.Vasantharaj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2240280" cy="56692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028700" y="17922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hazards cause accidents and vehicle damage before drivers can react.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IN" sz="1600" dirty="0"/>
              <a:t>Road accidents frequently occur in accident-prone zones due to limited visibility, high traffic density, </a:t>
            </a:r>
            <a:r>
              <a:rPr lang="en-IN" sz="1600" dirty="0" err="1"/>
              <a:t>overspeeding</a:t>
            </a:r>
            <a:r>
              <a:rPr lang="en-IN" sz="1600" dirty="0"/>
              <a:t>, and the lack of timely hazard warnings. Drivers entering these high-risk areas often remain unaware of nearby vehicles or emerging dangers until it is too late.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6583680" y="1609344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6583680" y="16870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SmartMove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AI: A transportation intelligence platform.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Monitor</a:t>
            </a:r>
            <a:r>
              <a:rPr lang="en-IN" sz="1600" dirty="0">
                <a:solidFill>
                  <a:schemeClr val="bg1"/>
                </a:solidFill>
              </a:rPr>
              <a:t> vehicles in real time using GPS telemetry.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Detect</a:t>
            </a:r>
            <a:r>
              <a:rPr lang="en-IN" sz="1600" dirty="0">
                <a:solidFill>
                  <a:schemeClr val="bg1"/>
                </a:solidFill>
              </a:rPr>
              <a:t> vehicles entering accident-prone zones.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Generate</a:t>
            </a:r>
            <a:r>
              <a:rPr lang="en-IN" sz="1600" dirty="0">
                <a:solidFill>
                  <a:schemeClr val="bg1"/>
                </a:solidFill>
              </a:rPr>
              <a:t> instant safety and emergency alerts.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</a:rPr>
              <a:t>Visualize</a:t>
            </a:r>
            <a:r>
              <a:rPr lang="en-IN" sz="1600" dirty="0">
                <a:solidFill>
                  <a:schemeClr val="bg1"/>
                </a:solidFill>
              </a:rPr>
              <a:t> live vehicle status through an interactive dashboard.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078-EB7E-F58C-F609-5179B641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80690C-345C-DB54-CF36-E6482945B292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 &amp; Gaps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65FB80-339D-54D3-6454-A090A8AC0EDF}"/>
              </a:ext>
            </a:extLst>
          </p:cNvPr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D126EA-7CA9-5E94-1D4C-3D0423F708CD}"/>
              </a:ext>
            </a:extLst>
          </p:cNvPr>
          <p:cNvSpPr/>
          <p:nvPr/>
        </p:nvSpPr>
        <p:spPr>
          <a:xfrm>
            <a:off x="868680" y="1645920"/>
            <a:ext cx="2240280" cy="56692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EDC6B2-DABC-CC03-C4D8-8A5F1DB69253}"/>
              </a:ext>
            </a:extLst>
          </p:cNvPr>
          <p:cNvSpPr/>
          <p:nvPr/>
        </p:nvSpPr>
        <p:spPr>
          <a:xfrm>
            <a:off x="1028700" y="17922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Solution</a:t>
            </a: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FD126E-DC28-3506-CD19-28B656B96124}"/>
              </a:ext>
            </a:extLst>
          </p:cNvPr>
          <p:cNvSpPr/>
          <p:nvPr/>
        </p:nvSpPr>
        <p:spPr>
          <a:xfrm>
            <a:off x="868680" y="2286000"/>
            <a:ext cx="4221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IN" sz="1600" dirty="0"/>
              <a:t>Existing traffic systems mainly respond after an incident rather than preventing it. An intelligent, real-time cooperative system is needed to monitor vehicles in accident-prone zones, predict potential collisions, and issue instant alerts to improve road safety.</a:t>
            </a: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9A7AAB-B33E-AA6E-2BD2-83EE1EEC2203}"/>
              </a:ext>
            </a:extLst>
          </p:cNvPr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94B87B-5FB8-F339-86E2-EBEB8C87FE45}"/>
              </a:ext>
            </a:extLst>
          </p:cNvPr>
          <p:cNvSpPr/>
          <p:nvPr/>
        </p:nvSpPr>
        <p:spPr>
          <a:xfrm>
            <a:off x="6583680" y="1609344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E7359E-55AD-9F60-346C-D325995C58C3}"/>
              </a:ext>
            </a:extLst>
          </p:cNvPr>
          <p:cNvSpPr/>
          <p:nvPr/>
        </p:nvSpPr>
        <p:spPr>
          <a:xfrm>
            <a:off x="6583680" y="16870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2E51CBE-D129-9C3A-8676-E24A58F45527}"/>
              </a:ext>
            </a:extLst>
          </p:cNvPr>
          <p:cNvSpPr/>
          <p:nvPr/>
        </p:nvSpPr>
        <p:spPr>
          <a:xfrm>
            <a:off x="6583680" y="2286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road safety systems are reactive, responding only after an incident occurs.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Accident-prone zones have a higher risk due to poor visibility, </a:t>
            </a:r>
            <a:r>
              <a:rPr lang="en-IN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overspeeding</a:t>
            </a:r>
            <a:r>
              <a:rPr lang="en-I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heavy traffic.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often lack real-time awareness of nearby vehicles and potential hazards.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of vehicle-to-vehicle cooperation delays timely risk detection and warnings.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AI-based cooperative system is needed to predict collision risks and provide instant safety alerts before accidents occur.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556F5A8-F228-5BDA-0D55-C6844F28CA3E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789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1">
            <a:extLst>
              <a:ext uri="{FF2B5EF4-FFF2-40B4-BE49-F238E27FC236}">
                <a16:creationId xmlns:a16="http://schemas.microsoft.com/office/drawing/2014/main" id="{4406FBB4-C03E-F25B-4834-8FDF7DF4A08B}"/>
              </a:ext>
            </a:extLst>
          </p:cNvPr>
          <p:cNvSpPr/>
          <p:nvPr/>
        </p:nvSpPr>
        <p:spPr>
          <a:xfrm>
            <a:off x="240730" y="460628"/>
            <a:ext cx="5394960" cy="5361673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2F0474-D61B-90E0-7157-BC62C88F1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879"/>
          <a:stretch>
            <a:fillRect/>
          </a:stretch>
        </p:blipFill>
        <p:spPr>
          <a:xfrm>
            <a:off x="862743" y="632221"/>
            <a:ext cx="3770320" cy="5096775"/>
          </a:xfrm>
          <a:prstGeom prst="rect">
            <a:avLst/>
          </a:prstGeom>
        </p:spPr>
      </p:pic>
      <p:sp>
        <p:nvSpPr>
          <p:cNvPr id="7" name="Shape 20">
            <a:extLst>
              <a:ext uri="{FF2B5EF4-FFF2-40B4-BE49-F238E27FC236}">
                <a16:creationId xmlns:a16="http://schemas.microsoft.com/office/drawing/2014/main" id="{A6386EB2-0960-01A6-1E84-402324C136B2}"/>
              </a:ext>
            </a:extLst>
          </p:cNvPr>
          <p:cNvSpPr/>
          <p:nvPr/>
        </p:nvSpPr>
        <p:spPr>
          <a:xfrm>
            <a:off x="6217920" y="566928"/>
            <a:ext cx="5268064" cy="5096754"/>
          </a:xfrm>
          <a:prstGeom prst="roundRect">
            <a:avLst>
              <a:gd name="adj" fmla="val 237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0B4F166F-ECD1-DE6E-09E4-A282C12899AA}"/>
              </a:ext>
            </a:extLst>
          </p:cNvPr>
          <p:cNvSpPr/>
          <p:nvPr/>
        </p:nvSpPr>
        <p:spPr>
          <a:xfrm>
            <a:off x="6537960" y="795528"/>
            <a:ext cx="4572282" cy="35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100" dirty="0"/>
          </a:p>
        </p:txBody>
      </p:sp>
      <p:sp>
        <p:nvSpPr>
          <p:cNvPr id="11" name="Shape 22">
            <a:extLst>
              <a:ext uri="{FF2B5EF4-FFF2-40B4-BE49-F238E27FC236}">
                <a16:creationId xmlns:a16="http://schemas.microsoft.com/office/drawing/2014/main" id="{696D54AB-AD73-317C-591E-1301589E015A}"/>
              </a:ext>
            </a:extLst>
          </p:cNvPr>
          <p:cNvSpPr/>
          <p:nvPr/>
        </p:nvSpPr>
        <p:spPr>
          <a:xfrm>
            <a:off x="6537960" y="1298448"/>
            <a:ext cx="546686" cy="555092"/>
          </a:xfrm>
          <a:prstGeom prst="ellipse">
            <a:avLst/>
          </a:prstGeom>
          <a:solidFill>
            <a:srgbClr val="22D9FF"/>
          </a:solidFill>
          <a:ln/>
        </p:spPr>
      </p:sp>
      <p:pic>
        <p:nvPicPr>
          <p:cNvPr id="13" name="Image 4" descr="/home/claude/smartmove/icons/car_0A1628.png">
            <a:extLst>
              <a:ext uri="{FF2B5EF4-FFF2-40B4-BE49-F238E27FC236}">
                <a16:creationId xmlns:a16="http://schemas.microsoft.com/office/drawing/2014/main" id="{5B7EFF14-767C-DFC4-CD00-14AFCD9D8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17" y="1411605"/>
            <a:ext cx="350560" cy="350560"/>
          </a:xfrm>
          <a:prstGeom prst="rect">
            <a:avLst/>
          </a:prstGeom>
        </p:spPr>
      </p:pic>
      <p:sp>
        <p:nvSpPr>
          <p:cNvPr id="15" name="Text 23">
            <a:extLst>
              <a:ext uri="{FF2B5EF4-FFF2-40B4-BE49-F238E27FC236}">
                <a16:creationId xmlns:a16="http://schemas.microsoft.com/office/drawing/2014/main" id="{E26737B2-FF20-179D-C333-4F1C2B0DA562}"/>
              </a:ext>
            </a:extLst>
          </p:cNvPr>
          <p:cNvSpPr/>
          <p:nvPr/>
        </p:nvSpPr>
        <p:spPr>
          <a:xfrm>
            <a:off x="7178040" y="1353311"/>
            <a:ext cx="3876500" cy="423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Simulator</a:t>
            </a:r>
            <a:endParaRPr lang="en-US" sz="1300" dirty="0"/>
          </a:p>
        </p:txBody>
      </p:sp>
      <p:sp>
        <p:nvSpPr>
          <p:cNvPr id="17" name="Shape 24">
            <a:extLst>
              <a:ext uri="{FF2B5EF4-FFF2-40B4-BE49-F238E27FC236}">
                <a16:creationId xmlns:a16="http://schemas.microsoft.com/office/drawing/2014/main" id="{C75689CD-F660-E32E-0F9D-09D8F7A0E242}"/>
              </a:ext>
            </a:extLst>
          </p:cNvPr>
          <p:cNvSpPr/>
          <p:nvPr/>
        </p:nvSpPr>
        <p:spPr>
          <a:xfrm>
            <a:off x="6784848" y="1801368"/>
            <a:ext cx="0" cy="232129"/>
          </a:xfrm>
          <a:prstGeom prst="line">
            <a:avLst/>
          </a:prstGeom>
          <a:noFill/>
          <a:ln w="19050">
            <a:solidFill>
              <a:srgbClr val="0E7C99"/>
            </a:solidFill>
            <a:prstDash val="solid"/>
            <a:tailEnd type="triangle"/>
          </a:ln>
        </p:spPr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935C9587-66C8-D577-F311-05E8A92E6482}"/>
              </a:ext>
            </a:extLst>
          </p:cNvPr>
          <p:cNvSpPr/>
          <p:nvPr/>
        </p:nvSpPr>
        <p:spPr>
          <a:xfrm>
            <a:off x="6537960" y="2011680"/>
            <a:ext cx="546686" cy="555092"/>
          </a:xfrm>
          <a:prstGeom prst="ellipse">
            <a:avLst/>
          </a:prstGeom>
          <a:solidFill>
            <a:srgbClr val="22D9FF"/>
          </a:solidFill>
          <a:ln/>
        </p:spPr>
      </p:sp>
      <p:pic>
        <p:nvPicPr>
          <p:cNvPr id="21" name="Image 5" descr="/home/claude/smartmove/icons/broadcast_0A1628.png">
            <a:extLst>
              <a:ext uri="{FF2B5EF4-FFF2-40B4-BE49-F238E27FC236}">
                <a16:creationId xmlns:a16="http://schemas.microsoft.com/office/drawing/2014/main" id="{A3334F08-9F91-1122-E568-D4556DC38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17" y="2124837"/>
            <a:ext cx="350560" cy="350560"/>
          </a:xfrm>
          <a:prstGeom prst="rect">
            <a:avLst/>
          </a:prstGeom>
        </p:spPr>
      </p:pic>
      <p:sp>
        <p:nvSpPr>
          <p:cNvPr id="23" name="Text 26">
            <a:extLst>
              <a:ext uri="{FF2B5EF4-FFF2-40B4-BE49-F238E27FC236}">
                <a16:creationId xmlns:a16="http://schemas.microsoft.com/office/drawing/2014/main" id="{C79C4869-05C3-7FE3-6C59-00AD9C077D0D}"/>
              </a:ext>
            </a:extLst>
          </p:cNvPr>
          <p:cNvSpPr/>
          <p:nvPr/>
        </p:nvSpPr>
        <p:spPr>
          <a:xfrm>
            <a:off x="7178040" y="2066543"/>
            <a:ext cx="3876500" cy="423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300" dirty="0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DEF46275-211B-27DC-C58D-2D898FA7D856}"/>
              </a:ext>
            </a:extLst>
          </p:cNvPr>
          <p:cNvSpPr/>
          <p:nvPr/>
        </p:nvSpPr>
        <p:spPr>
          <a:xfrm>
            <a:off x="6784848" y="2514600"/>
            <a:ext cx="0" cy="232129"/>
          </a:xfrm>
          <a:prstGeom prst="line">
            <a:avLst/>
          </a:prstGeom>
          <a:noFill/>
          <a:ln w="19050">
            <a:solidFill>
              <a:srgbClr val="0E7C99"/>
            </a:solidFill>
            <a:prstDash val="solid"/>
            <a:tailEnd type="triangle"/>
          </a:ln>
        </p:spPr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D1EBA868-2765-AFD5-9243-E731A50D0CAB}"/>
              </a:ext>
            </a:extLst>
          </p:cNvPr>
          <p:cNvSpPr/>
          <p:nvPr/>
        </p:nvSpPr>
        <p:spPr>
          <a:xfrm>
            <a:off x="6537960" y="2724912"/>
            <a:ext cx="546686" cy="555092"/>
          </a:xfrm>
          <a:prstGeom prst="ellipse">
            <a:avLst/>
          </a:prstGeom>
          <a:solidFill>
            <a:srgbClr val="22D9FF"/>
          </a:solidFill>
          <a:ln/>
        </p:spPr>
      </p:sp>
      <p:pic>
        <p:nvPicPr>
          <p:cNvPr id="29" name="Image 6" descr="/home/claude/smartmove/icons/server_0A1628.png">
            <a:extLst>
              <a:ext uri="{FF2B5EF4-FFF2-40B4-BE49-F238E27FC236}">
                <a16:creationId xmlns:a16="http://schemas.microsoft.com/office/drawing/2014/main" id="{4F13D154-6E2B-8214-312C-415415A96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117" y="2838069"/>
            <a:ext cx="350560" cy="350560"/>
          </a:xfrm>
          <a:prstGeom prst="rect">
            <a:avLst/>
          </a:prstGeom>
        </p:spPr>
      </p:pic>
      <p:sp>
        <p:nvSpPr>
          <p:cNvPr id="31" name="Text 29">
            <a:extLst>
              <a:ext uri="{FF2B5EF4-FFF2-40B4-BE49-F238E27FC236}">
                <a16:creationId xmlns:a16="http://schemas.microsoft.com/office/drawing/2014/main" id="{074A3247-BCE2-3CF6-51A7-1311B621C61C}"/>
              </a:ext>
            </a:extLst>
          </p:cNvPr>
          <p:cNvSpPr/>
          <p:nvPr/>
        </p:nvSpPr>
        <p:spPr>
          <a:xfrm>
            <a:off x="7178040" y="2779775"/>
            <a:ext cx="3876500" cy="423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502A16F3-C220-390C-C3FA-E50FD4B5BB2F}"/>
              </a:ext>
            </a:extLst>
          </p:cNvPr>
          <p:cNvSpPr/>
          <p:nvPr/>
        </p:nvSpPr>
        <p:spPr>
          <a:xfrm>
            <a:off x="6784848" y="3227832"/>
            <a:ext cx="0" cy="232129"/>
          </a:xfrm>
          <a:prstGeom prst="line">
            <a:avLst/>
          </a:prstGeom>
          <a:noFill/>
          <a:ln w="19050">
            <a:solidFill>
              <a:srgbClr val="0E7C99"/>
            </a:solidFill>
            <a:prstDash val="solid"/>
            <a:tailEnd type="triangle"/>
          </a:ln>
        </p:spPr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0327684B-4948-93AF-AE33-29AC1323AEEE}"/>
              </a:ext>
            </a:extLst>
          </p:cNvPr>
          <p:cNvSpPr/>
          <p:nvPr/>
        </p:nvSpPr>
        <p:spPr>
          <a:xfrm>
            <a:off x="6537960" y="3438144"/>
            <a:ext cx="546686" cy="555092"/>
          </a:xfrm>
          <a:prstGeom prst="ellipse">
            <a:avLst/>
          </a:prstGeom>
          <a:solidFill>
            <a:srgbClr val="22D9FF"/>
          </a:solidFill>
          <a:ln/>
        </p:spPr>
      </p:sp>
      <p:pic>
        <p:nvPicPr>
          <p:cNvPr id="37" name="Image 7" descr="/home/claude/smartmove/icons/brain_0A1628.png">
            <a:extLst>
              <a:ext uri="{FF2B5EF4-FFF2-40B4-BE49-F238E27FC236}">
                <a16:creationId xmlns:a16="http://schemas.microsoft.com/office/drawing/2014/main" id="{9255E6CD-30FC-5372-E141-706F3657F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117" y="3551301"/>
            <a:ext cx="350560" cy="350560"/>
          </a:xfrm>
          <a:prstGeom prst="rect">
            <a:avLst/>
          </a:prstGeom>
        </p:spPr>
      </p:pic>
      <p:sp>
        <p:nvSpPr>
          <p:cNvPr id="39" name="Text 32">
            <a:extLst>
              <a:ext uri="{FF2B5EF4-FFF2-40B4-BE49-F238E27FC236}">
                <a16:creationId xmlns:a16="http://schemas.microsoft.com/office/drawing/2014/main" id="{8CD5D966-53DD-78AE-10F0-BE9257540EA4}"/>
              </a:ext>
            </a:extLst>
          </p:cNvPr>
          <p:cNvSpPr/>
          <p:nvPr/>
        </p:nvSpPr>
        <p:spPr>
          <a:xfrm>
            <a:off x="7178040" y="3493007"/>
            <a:ext cx="3876500" cy="423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Analysis</a:t>
            </a:r>
            <a:endParaRPr lang="en-US" sz="1300" dirty="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BA1FF19D-F59A-C42F-6FDF-92695DE42A3C}"/>
              </a:ext>
            </a:extLst>
          </p:cNvPr>
          <p:cNvSpPr/>
          <p:nvPr/>
        </p:nvSpPr>
        <p:spPr>
          <a:xfrm>
            <a:off x="6784848" y="3941064"/>
            <a:ext cx="0" cy="232129"/>
          </a:xfrm>
          <a:prstGeom prst="line">
            <a:avLst/>
          </a:prstGeom>
          <a:noFill/>
          <a:ln w="19050">
            <a:solidFill>
              <a:srgbClr val="0E7C99"/>
            </a:solidFill>
            <a:prstDash val="solid"/>
            <a:tailEnd type="triangle"/>
          </a:ln>
        </p:spPr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DBD49ABD-F973-9A95-88EC-4F28C7A51E00}"/>
              </a:ext>
            </a:extLst>
          </p:cNvPr>
          <p:cNvSpPr/>
          <p:nvPr/>
        </p:nvSpPr>
        <p:spPr>
          <a:xfrm>
            <a:off x="6537960" y="4151376"/>
            <a:ext cx="546686" cy="555092"/>
          </a:xfrm>
          <a:prstGeom prst="ellipse">
            <a:avLst/>
          </a:prstGeom>
          <a:solidFill>
            <a:srgbClr val="22D9FF"/>
          </a:solidFill>
          <a:ln/>
        </p:spPr>
      </p:sp>
      <p:pic>
        <p:nvPicPr>
          <p:cNvPr id="45" name="Image 8" descr="/home/claude/smartmove/icons/desktop_0A1628.png">
            <a:extLst>
              <a:ext uri="{FF2B5EF4-FFF2-40B4-BE49-F238E27FC236}">
                <a16:creationId xmlns:a16="http://schemas.microsoft.com/office/drawing/2014/main" id="{07DD00B6-B2CD-BC8F-45C7-501C320477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117" y="4264533"/>
            <a:ext cx="350560" cy="350560"/>
          </a:xfrm>
          <a:prstGeom prst="rect">
            <a:avLst/>
          </a:prstGeom>
        </p:spPr>
      </p:pic>
      <p:sp>
        <p:nvSpPr>
          <p:cNvPr id="47" name="Text 35">
            <a:extLst>
              <a:ext uri="{FF2B5EF4-FFF2-40B4-BE49-F238E27FC236}">
                <a16:creationId xmlns:a16="http://schemas.microsoft.com/office/drawing/2014/main" id="{F5E85629-261C-08C5-6827-6D624D399B0B}"/>
              </a:ext>
            </a:extLst>
          </p:cNvPr>
          <p:cNvSpPr/>
          <p:nvPr/>
        </p:nvSpPr>
        <p:spPr>
          <a:xfrm>
            <a:off x="7178040" y="4206239"/>
            <a:ext cx="3876500" cy="423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0038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6DA657C-FB9E-FADC-E2DF-8A28B8661D18}"/>
              </a:ext>
            </a:extLst>
          </p:cNvPr>
          <p:cNvSpPr/>
          <p:nvPr/>
        </p:nvSpPr>
        <p:spPr>
          <a:xfrm>
            <a:off x="541020" y="58978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Implementation Progress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E39DA8-3E03-7451-A9E8-4B0352A67362}"/>
              </a:ext>
            </a:extLst>
          </p:cNvPr>
          <p:cNvSpPr/>
          <p:nvPr/>
        </p:nvSpPr>
        <p:spPr>
          <a:xfrm>
            <a:off x="541020" y="1229868"/>
            <a:ext cx="11109960" cy="0"/>
          </a:xfrm>
          <a:prstGeom prst="line">
            <a:avLst/>
          </a:prstGeom>
          <a:noFill/>
          <a:ln w="12700">
            <a:solidFill>
              <a:srgbClr val="2337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E131A44-DF1E-CA94-E71E-9CB71D24C2B0}"/>
              </a:ext>
            </a:extLst>
          </p:cNvPr>
          <p:cNvSpPr/>
          <p:nvPr/>
        </p:nvSpPr>
        <p:spPr>
          <a:xfrm>
            <a:off x="541020" y="1440180"/>
            <a:ext cx="7360920" cy="4160520"/>
          </a:xfrm>
          <a:prstGeom prst="roundRect">
            <a:avLst>
              <a:gd name="adj" fmla="val 1319"/>
            </a:avLst>
          </a:prstGeom>
          <a:solidFill>
            <a:srgbClr val="000000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91863554-BA92-A20F-85B2-5FF92551F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8" y="1485900"/>
            <a:ext cx="7251192" cy="350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DC2102-D1A8-5CCE-D150-3B079B7DAB0A}"/>
              </a:ext>
            </a:extLst>
          </p:cNvPr>
          <p:cNvSpPr txBox="1"/>
          <p:nvPr/>
        </p:nvSpPr>
        <p:spPr>
          <a:xfrm>
            <a:off x="8011668" y="1485900"/>
            <a:ext cx="4090136" cy="297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 dirty="0"/>
              <a:t>So far, we have completed the vehicle simulator, MQTT communication, Redis database integration, and </a:t>
            </a:r>
            <a:r>
              <a:rPr lang="en-IN" sz="1600" dirty="0" err="1"/>
              <a:t>FastAPI</a:t>
            </a:r>
            <a:r>
              <a:rPr lang="en-IN" sz="1600" dirty="0"/>
              <a:t> backend APIs. The dashboard frontend is partially completed, while nearby vehicle alerts and emergency alert display are still in progress.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485CF2F-4C6B-3FF6-70DB-5C2EF8857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27329" y="4866305"/>
            <a:ext cx="2478581" cy="146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11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367</Words>
  <Application>Microsoft Office PowerPoint</Application>
  <PresentationFormat>Widescreen</PresentationFormat>
  <Paragraphs>46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Vasantharaj G</cp:lastModifiedBy>
  <cp:revision>3</cp:revision>
  <dcterms:created xsi:type="dcterms:W3CDTF">2026-07-30T13:01:38Z</dcterms:created>
  <dcterms:modified xsi:type="dcterms:W3CDTF">2026-08-01T09:33:54Z</dcterms:modified>
</cp:coreProperties>
</file>